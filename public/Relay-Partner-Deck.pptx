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2743200" cy="274320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1234440"/>
            <a:ext cx="1554480" cy="1554480"/>
          </a:xfrm>
          <a:prstGeom prst="ellipse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NAME]   ×   RELAY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layer for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AI-built software.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live line to expert engineers — the moment your team hits a wall.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teams ship fast with AI —</a:t>
            </a:r>
            <a:endParaRPr lang="en-US" sz="3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until they hit a wall.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gets you to a working prototype in days. But the last mile — the gnarly bug, the production outage, the launch hardening, the scaling question — still needs an expert human. That's where the hours, and the momentum, disappear.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201168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56048" y="2157984"/>
            <a:ext cx="493776" cy="493776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492" y="228142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Stuck mid-build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2414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bug the model can't crack.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292608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3072384"/>
            <a:ext cx="493776" cy="493776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492" y="3195828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blockers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23560" y="3328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Domains, SSL, security, performance.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754880" y="3840480"/>
            <a:ext cx="3840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56048" y="3986784"/>
            <a:ext cx="493776" cy="493776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4110228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3959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fires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23560" y="42428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breaks at 6pm on a Friday.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writes the code. </a:t>
            </a:r>
            <a:pPr indent="0" marL="0">
              <a:buNone/>
            </a:pPr>
            <a:r>
              <a:rPr lang="en-US" sz="3100" i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still ship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4F7F5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OLD 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a contract role, wait days.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Re-explain your whole stack.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Hope they've seen your tools before.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92024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920240"/>
            <a:ext cx="82296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RELAY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606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once — an engineer is live in under a minute.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to your exact stack.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briefed by project memory.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engineers, on demand.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connects your team to vetted engineers for real-time help — over chat, voice, and screen share.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603504" cy="603504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57403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Live, not async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Chat, voice, and screen share — solving it together in real time, not over a ticket queue.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2148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423160"/>
            <a:ext cx="603504" cy="603504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257403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Stack-fit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38728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to your tools and frameworks, so there's no ramp-up and no re-explaining.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80176" y="2148840"/>
            <a:ext cx="2606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2423160"/>
            <a:ext cx="603504" cy="603504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2574036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a minute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254496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available engineer joins almost instantly — help arrives at the speed of the problem.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stuck to shipping, in three steps.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395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to get help. An engineer accepts and you're live — chat and call open in one shot.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33088" y="2395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together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38728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the problem side by side over voice and screen share until it's actually solved.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0176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48856" y="2395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&amp; maintain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54496" y="3017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memory keeps every session, file, and summary — so the next engineer arrives briefed.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RELAY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work.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93976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2357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951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in under a minute — not days waiting on a contractor.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178308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2093976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22357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Stack-fit matching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229514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engineer is matched to the tools you actually build with.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419856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56158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memory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6210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Sessions, files, and summaries persist. New engineers join with full context.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17720" y="3108960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419856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56158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for what you use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36210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to start, then by the minute. No seats, no lock-in.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YOUR ORGANIZATION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teams, not just seats.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9248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 &amp; admins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98448" y="20939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access by team, with admins who manage their own people.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7720" y="1783080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192481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visibility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367528" y="20939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minutes and spend across the org, updated as sessions happen.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29641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Wallet &amp; recharge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98448" y="34655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up once; every team draws from it. Recent transactions kept on record.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17720" y="3154680"/>
            <a:ext cx="566928" cy="566928"/>
          </a:xfrm>
          <a:prstGeom prst="ellipse">
            <a:avLst/>
          </a:prstGeom>
          <a:solidFill>
            <a:srgbClr val="E9F7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329641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7528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Terms, accepted once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367528" y="346557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org-wide agreement binds the company — no signature chasing.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usage-based — and discounted for you.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10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383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card to try it. Your team gets unstuck before you spend a cent.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4408" y="19659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minute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seats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3383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only for live help used. Buy minute bundles; recharge anytime.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0176" y="19659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9F7EE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[X]% off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36208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[PARTNER NAME]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3383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partner discount is applied automatically at checkout.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Friday-night save.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02082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185416"/>
            <a:ext cx="0" cy="603504"/>
          </a:xfrm>
          <a:prstGeom prst="line">
            <a:avLst/>
          </a:prstGeom>
          <a:noFill/>
          <a:ln w="19050">
            <a:solidFill>
              <a:srgbClr val="E4E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93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6:14pm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191109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starts throwing 500s in production. Revenue is stopping.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84378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3008376"/>
            <a:ext cx="0" cy="603504"/>
          </a:xfrm>
          <a:prstGeom prst="line">
            <a:avLst/>
          </a:prstGeom>
          <a:noFill/>
          <a:ln w="19050">
            <a:solidFill>
              <a:srgbClr val="E4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523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6:15pm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31720" y="273405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team taps Connect. An engineer who's shipped on your exact stack is live, screen-sharing.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5753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6:48pm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3557016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Fixed, deployed, and written into the project. Everyone makes dinner.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0F17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a day, not a quarter.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NAME] sets you up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create your organization and apply your discount — nothing for you to configure.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terms, once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38728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admin signs off on behalf of the org; your teams inherit it automatically.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0176" y="210312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6"/>
            </a:solidFill>
            <a:prstDash val="solid"/>
          </a:ln>
          <a:effectLst>
            <a:outerShdw sx="100000" sy="100000" kx="0" ky="0" algn="bl" rotWithShape="0" blurRad="88900" dist="25400" dir="8100000">
              <a:srgbClr val="0F171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23774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54496" y="2971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getting unblocked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54496" y="3566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 your people and tap Connect. Real help, the first time someone's stuck.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286000"/>
            <a:ext cx="2926080" cy="2926080"/>
          </a:xfrm>
          <a:prstGeom prst="ellipse">
            <a:avLst/>
          </a:prstGeom>
          <a:solidFill>
            <a:srgbClr val="22C55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926080"/>
            <a:ext cx="1645920" cy="1645920"/>
          </a:xfrm>
          <a:prstGeom prst="ellipse">
            <a:avLst/>
          </a:prstGeom>
          <a:solidFill>
            <a:srgbClr val="22C55E">
              <a:alpha val="3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[PARTNER NAME]   ×   RELAY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your team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unblocked.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to [PARTNER NAME] to get started — [name · email · phone].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[PARTNER NAME]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7665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DB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Relay </a:t>
            </a:r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 — partner sales deck</dc:title>
  <dc:subject>PptxGenJS Presentation</dc:subject>
  <dc:creator>Relay</dc:creator>
  <cp:lastModifiedBy>Relay</cp:lastModifiedBy>
  <cp:revision>1</cp:revision>
  <dcterms:created xsi:type="dcterms:W3CDTF">2026-06-08T11:39:33Z</dcterms:created>
  <dcterms:modified xsi:type="dcterms:W3CDTF">2026-06-08T11:39:33Z</dcterms:modified>
</cp:coreProperties>
</file>